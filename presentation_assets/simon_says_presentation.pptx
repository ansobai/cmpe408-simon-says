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28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C920-B33D-976B-816C-0C621696E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A7A87-6852-5760-26A4-A667A1C19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FB01F-9DA3-EC02-311D-C388C6E04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C2082-00D5-4E8F-615C-46AE746B9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C6998-11FF-2ED9-D9E1-73FDB1BC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21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9ECDE-13B2-CDA2-15D0-DA1E5D77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8A5B6-C609-AACF-AE09-E7812A736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8B746-4E07-DF29-B9BF-FC74B5B3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B04A3-9137-F7DA-77F0-C3C2A318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4B4F5-629B-0771-5421-49384E3A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5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B46B-1C8F-D72F-ED8A-AE6B9480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3039537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7AC97-4D03-97A7-E654-251060997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8159048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1D6A-E86D-9F64-4DBB-B94791082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99987-619B-7559-B01F-3CAE6DC4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EDFB7-4550-B426-B0D6-9BED6623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9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5119-DA45-3DEC-C6AD-FA2E24E1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21074-4424-5F06-9141-31DF2FE6D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BEB60-EA4E-C780-4695-208011B46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B66A0-07E9-0CC2-BA65-02B1C118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610CC-9A5F-93CF-707A-A06834DF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5C5AA-6FFD-3A2C-8480-FD173C98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6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1B82A-CE6C-1377-42B7-62496E6D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2C411-4A14-4A6A-683C-998FC2481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E669F-2A25-1715-57F9-B4DDD07E4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180AE4-BAFC-4F21-8C8A-274C95F0B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58867-E297-CC6C-C4C6-9FE31D48A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C6BD4-B882-DAE9-150A-E35CEE3CF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08EB9-1696-1131-C350-DB233B0C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EE5F6-557B-938F-FF50-B0943128F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2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49268-47AC-4FEA-0783-F7F015D4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317AD-6363-4CEC-3FF7-0C4EF1D55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A1EFD-FBF6-A3D2-AF63-50C11773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80439-68C9-0B9A-F314-14EE3E9D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1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7961E-40AD-E2D1-F6BA-DC67326B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4079D2-FF92-FA7F-E8B2-2B1651C2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40AD2-EE6D-CEB6-86DA-523EE4FB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9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4D90-5830-CCE3-FD84-F4897BC2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3FBD8-2994-BAEA-56F6-2FD4FF079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1E935-52F2-2FB7-CAFD-F23C9DF1A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28D6D-40BC-437B-8F01-19DB716F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D8D99-F0B9-55CF-D985-A39BC171A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331FA-28C7-0039-A644-769DAE6C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88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B970-F84B-3E86-3662-18DE8FF77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9F1DD-D957-EFAD-F330-EA1141B9F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2EC0B-38E6-2168-A08A-7B0F5E6D2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0D5A3-9D7E-A110-B64F-BB5B515C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F1E75-5BC7-5F74-E982-C2CB9794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F3813-ADC9-CCFC-E8E5-A455302F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0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408D-44AA-8340-85F3-24D01C4D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4A901-3F64-D69D-2D14-D0BAEE21C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0E86B-8634-EFF8-DA87-AC9A3E61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46938-D716-EBA7-D7A2-DE96657D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3EE83-B5AB-69E1-3A72-6DFCE201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2D487-3992-D486-26B3-A8BD00508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EB503-FC32-C555-F467-7E5C128B0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FA6DA-2078-B57A-2CC5-8E5298DF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10E3D-26B2-3955-4C8A-68E5053C4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750D-F990-BC61-B93E-49946E3F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7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3548A-440C-5846-ECE7-D5C5CB98F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303BF-91AF-375B-38D4-FC4716007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FC03A-14DF-13D6-20D1-A1FA40E40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65F60-FDAD-439C-A5A3-483C3CF3FB6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20AFD-A9DE-9A86-D94A-5344BCBCC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CD2EB-CA1E-339C-1FDD-34298A366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B12A7-7260-4CA1-AD71-0C212A6BE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02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949F90-EA4B-BFDD-FFA1-0577F2428FA7}"/>
              </a:ext>
            </a:extLst>
          </p:cNvPr>
          <p:cNvSpPr txBox="1"/>
          <p:nvPr/>
        </p:nvSpPr>
        <p:spPr>
          <a:xfrm>
            <a:off x="457200" y="914400"/>
            <a:ext cx="59436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0F0F0"/>
                </a:solidFill>
              </a:rPr>
              <a:t>Simon Says App Screens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12B56-D1B8-D308-9EAB-D3BBE018010D}"/>
              </a:ext>
            </a:extLst>
          </p:cNvPr>
          <p:cNvSpPr txBox="1"/>
          <p:nvPr/>
        </p:nvSpPr>
        <p:spPr>
          <a:xfrm>
            <a:off x="457200" y="2286000"/>
            <a:ext cx="5943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C8C8C8"/>
                </a:solidFill>
              </a:rPr>
              <a:t>Generated slides for the demo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29551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E5F7E0-7868-5DEF-4423-1C00A7C98B31}"/>
              </a:ext>
            </a:extLst>
          </p:cNvPr>
          <p:cNvSpPr txBox="1"/>
          <p:nvPr/>
        </p:nvSpPr>
        <p:spPr>
          <a:xfrm>
            <a:off x="304800" y="228600"/>
            <a:ext cx="6248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0F0F0"/>
                </a:solidFill>
              </a:rPr>
              <a:t>Main Menu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F7F65-5C47-89BE-7B6F-26C71114D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07" y="3574400"/>
            <a:ext cx="5692986" cy="56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4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7E1AE-17E3-A832-3FDD-7E843A8DF0BE}"/>
              </a:ext>
            </a:extLst>
          </p:cNvPr>
          <p:cNvSpPr txBox="1"/>
          <p:nvPr/>
        </p:nvSpPr>
        <p:spPr>
          <a:xfrm>
            <a:off x="304800" y="228600"/>
            <a:ext cx="6248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0F0F0"/>
                </a:solidFill>
              </a:rPr>
              <a:t>Stats Screen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81BDF4-B1D8-C2F8-2796-93970F533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07" y="3574400"/>
            <a:ext cx="5692986" cy="56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3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7A2868-717F-3F06-76B7-04D33C985E36}"/>
              </a:ext>
            </a:extLst>
          </p:cNvPr>
          <p:cNvSpPr txBox="1"/>
          <p:nvPr/>
        </p:nvSpPr>
        <p:spPr>
          <a:xfrm>
            <a:off x="304800" y="228600"/>
            <a:ext cx="6248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0F0F0"/>
                </a:solidFill>
              </a:rPr>
              <a:t>Settings Screen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5FF72-E464-1514-FC40-5A099C563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07" y="3574400"/>
            <a:ext cx="5692986" cy="56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67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E7F7FA-B5DE-748B-518A-FFBAF956696A}"/>
              </a:ext>
            </a:extLst>
          </p:cNvPr>
          <p:cNvSpPr txBox="1"/>
          <p:nvPr/>
        </p:nvSpPr>
        <p:spPr>
          <a:xfrm>
            <a:off x="304800" y="228600"/>
            <a:ext cx="6248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0F0F0"/>
                </a:solidFill>
              </a:rPr>
              <a:t>Focus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27F6A-5622-C0C7-9DFE-2B9D5B560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07" y="3574400"/>
            <a:ext cx="5692986" cy="56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32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D2534C-5B64-A959-B27E-9B6615F0D877}"/>
              </a:ext>
            </a:extLst>
          </p:cNvPr>
          <p:cNvSpPr txBox="1"/>
          <p:nvPr/>
        </p:nvSpPr>
        <p:spPr>
          <a:xfrm>
            <a:off x="304800" y="228600"/>
            <a:ext cx="6248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F0F0F0"/>
                </a:solidFill>
              </a:rPr>
              <a:t>Overdrive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8D7C0-5161-412F-F2CD-EEA1ADFFC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07" y="3574400"/>
            <a:ext cx="5692986" cy="56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29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Custom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Al Sakkar</dc:creator>
  <cp:lastModifiedBy>Anas Al Sakkar</cp:lastModifiedBy>
  <cp:revision>1</cp:revision>
  <dcterms:created xsi:type="dcterms:W3CDTF">2026-05-04T22:49:48Z</dcterms:created>
  <dcterms:modified xsi:type="dcterms:W3CDTF">2026-05-04T22:49:48Z</dcterms:modified>
</cp:coreProperties>
</file>